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822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BookMora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de Cuentos Cortos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2402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con Spring Boot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2743200"/>
            <a:ext cx="50292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83464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Estudiante:  </a:t>
            </a:r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Jose Mora Mora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31821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 </a:t>
            </a:r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Sneider Rodriguez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35295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Asignatura:  </a:t>
            </a:r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Metodologias de Desarrollo de Software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8770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Institucion:  </a:t>
            </a:r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ISER - Pamplona, Norte de Santander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422452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 </a:t>
            </a:r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005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" y="10972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Scrum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55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32688" y="184708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del sistema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505456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505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32688" y="25968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Casos de Uso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255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3346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(MER)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4005072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005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2688" y="40965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 UML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1005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21808" y="10972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1755648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1755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1808" y="184708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Tabla: Cuento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2505456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2505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21808" y="25968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GET, POST, DELETE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3255264"/>
            <a:ext cx="475488" cy="47548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3255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21808" y="3346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Scrum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3268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ágil iterativo que organiza el trabajo en ciclos (Sprints), con roles definidos y entregas continuas de valor al cliente.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4297680" cy="1371600"/>
        </p:xfrm>
        <a:graphic>
          <a:graphicData uri="http://schemas.openxmlformats.org/drawingml/2006/table">
            <a:tbl>
              <a:tblPr/>
              <a:tblGrid>
                <a:gridCol w="1554480"/>
                <a:gridCol w="274320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Responsabilidad en BookMora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los requerimientos de la API (endpoints, entidades)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Scrum Master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Gestiona el Sprint y resuelve bloqueos técnicos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 Team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 los controladores y modelos en Spring Boot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892040" y="1463040"/>
            <a:ext cx="384048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92040" y="146304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Backlog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812280" y="1883664"/>
            <a:ext cx="0" cy="73152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92040" y="1956816"/>
            <a:ext cx="384048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92040" y="1956816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12280" y="2377440"/>
            <a:ext cx="0" cy="73152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2450592"/>
            <a:ext cx="3840480" cy="420624"/>
          </a:xfrm>
          <a:prstGeom prst="rect">
            <a:avLst/>
          </a:prstGeom>
          <a:solidFill>
            <a:srgbClr val="2E75B6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92040" y="24505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 (2 semanas)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12280" y="2871216"/>
            <a:ext cx="0" cy="73152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92040" y="2944368"/>
            <a:ext cx="384048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92040" y="2944368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Review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12280" y="3364992"/>
            <a:ext cx="0" cy="73152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2040" y="3438144"/>
            <a:ext cx="3840480" cy="420624"/>
          </a:xfrm>
          <a:prstGeom prst="rect">
            <a:avLst/>
          </a:prstGeom>
          <a:solidFill>
            <a:srgbClr val="F0F0F0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92040" y="343814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de este proyecto: 1 ciclo  ·  Duración: 2 semanas  ·  Entregable: API REST funcional con 20 endpoints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del Sistema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356616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5303520"/>
              </a:tblGrid>
              <a:tr h="4457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Autores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CRUD: listar, buscar, agregar, eliminar, filtrar por nombre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Categorías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CRUD: listar, buscar, agregar, eliminar, filtrar por nombre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Cuentos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 con FK a Autor (AUTO_ID) y Categoría (CATE_ID)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Favoritos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 con FK a Cuento (CUEN_ID)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por 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/{entidad}/{id} retorna un objeto específico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Filtrar por atributo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/filtrar?param= filtra la lista por un campo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RF-07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REST HTTP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Comunicación vía GET, POST, DELETE con respuestas 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Casos de Uso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097280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09344"/>
            <a:ext cx="0" cy="50292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73936"/>
            <a:ext cx="274320" cy="164592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773936"/>
            <a:ext cx="274320" cy="164592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221992"/>
            <a:ext cx="256032" cy="27432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221992"/>
            <a:ext cx="256032" cy="27432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0" y="1051560"/>
            <a:ext cx="2926080" cy="457200"/>
          </a:xfrm>
          <a:prstGeom prst="ellipse">
            <a:avLst/>
          </a:prstGeom>
          <a:solidFill>
            <a:srgbClr val="D6E4F0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1051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registros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70432" y="1280160"/>
            <a:ext cx="111556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0" y="1764792"/>
            <a:ext cx="2926080" cy="457200"/>
          </a:xfrm>
          <a:prstGeom prst="ellipse">
            <a:avLst/>
          </a:prstGeom>
          <a:solidFill>
            <a:srgbClr val="D6E4F0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64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por ID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70432" y="1993392"/>
            <a:ext cx="111556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2478024"/>
            <a:ext cx="2926080" cy="457200"/>
          </a:xfrm>
          <a:prstGeom prst="ellipse">
            <a:avLst/>
          </a:prstGeom>
          <a:solidFill>
            <a:srgbClr val="D6E4F0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247802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registro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70432" y="2706624"/>
            <a:ext cx="111556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3191256"/>
            <a:ext cx="2926080" cy="457200"/>
          </a:xfrm>
          <a:prstGeom prst="ellipse">
            <a:avLst/>
          </a:prstGeom>
          <a:solidFill>
            <a:srgbClr val="D6E4F0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0" y="319125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registro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70432" y="3419856"/>
            <a:ext cx="111556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3904488"/>
            <a:ext cx="2926080" cy="457200"/>
          </a:xfrm>
          <a:prstGeom prst="ellipse">
            <a:avLst/>
          </a:prstGeom>
          <a:solidFill>
            <a:srgbClr val="D6E4F0"/>
          </a:solidFill>
          <a:ln w="19050">
            <a:solidFill>
              <a:srgbClr val="2E75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3904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registros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170432" y="4133088"/>
            <a:ext cx="111556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960120"/>
          <a:ext cx="329184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de Uso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ejemplo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registros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/listarAutor, /listarCuento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por 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/autor/{id}, /cuento/{id}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/agregarAutor, /agregarCuento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/autor/{id}, /cuento/{id}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/filtrarAutor?nombre=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(MER)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con pgAdmin 4 · PostgreSQL 18  |  4 entidades: AUTOR, CATEGORIA, CUENTO, FAVORITO</a:t>
            </a:r>
            <a:endParaRPr lang="en-US" sz="1000" dirty="0"/>
          </a:p>
        </p:txBody>
      </p:sp>
      <p:pic>
        <p:nvPicPr>
          <p:cNvPr id="5" name="Image 0" descr="C:\Users\MARIA JOSE MORA MORA\Downloads\5 SEMESTRE\Metodologia\Spring\demo - copia\diagrama_m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3611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= Clave Primaria (serial)   ·   FK = Clave Foránea (integer)   ·   Relaciones: 1:N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 UML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Visibilidad: ( - ) privado · ( + ) público  |  4 clases con atributos, getters y setters</a:t>
            </a:r>
            <a:endParaRPr lang="en-US" sz="1000" dirty="0"/>
          </a:p>
        </p:txBody>
      </p:sp>
      <p:pic>
        <p:nvPicPr>
          <p:cNvPr id="5" name="Image 0" descr="C:\Users\MARIA JOSE MORA MORA\Downloads\5 SEMESTRE\Metodologia\Spring\demo - copia\diagrama_cl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1709" y="1234440"/>
            <a:ext cx="2260582" cy="3611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8280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Relaciones: Autor → Cuento (1:N)  ·  Categoria → Cuento (1:N)  ·  Cuento → Favorito (1:N)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114800" cy="393192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1014984"/>
            <a:ext cx="3895344" cy="382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demo-copia/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src/main/java/com/example/demo/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DemoApplication.java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controller/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AutorController.java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CategoriaController.java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CuentoController.java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FavoritoController.java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models/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Autor.java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Categoria.java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Cuento.java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Favorito.java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src/main/resources/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application.properties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pom.xml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60120"/>
          <a:ext cx="4023360" cy="27432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Recibe HTTP, procesa y retorna 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POJOs con atributos + getters/setters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DemoApplication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@SpringBootApplication — punto de entrada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pom.xml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Dependencias Maven: Spring Web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app.properties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Configuración del servidor (puerto 8080)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Almacenamiento: ArrayList en memoria  ·  Sin BD externa en este Sprint  ·  Puerto: 8080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Tabla: Cuento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237744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097280"/>
                <a:gridCol w="1280160"/>
                <a:gridCol w="283464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 Java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 BD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BD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cuentoId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Identificador único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cuentoTitulo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CUEN_TITULO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varchar(200)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NULL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Título del 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cuentoDescripcion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CUEN_DESCRIPCION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Resumen corto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cuentoContenido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CUEN_CONTENIDO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 completo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cuentoFechaPublicacion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CUENT_FECHA_PUBLICACION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publicación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AUTOR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 del 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 → 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del 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3474720"/>
            <a:ext cx="8412480" cy="141732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" y="3529584"/>
            <a:ext cx="81930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Cuento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int cuentoId;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cuentoTitulo;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cuentoDescripcion;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String cuentoContenido;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Date cuentoFechaPublicacion;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int autoId;    // FK -&gt; Autor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int categId;   // FK -&gt; Categoria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getters y setters para cada campo...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– Buscar Objeto Específico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41148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 HTTP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http://localhost:8080/autor/{id}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Parámetro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{id} — valor entero en la URL (@PathVariable)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JSON o null si no existe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663440" y="960120"/>
            <a:ext cx="4114800" cy="192024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3168" y="1014984"/>
            <a:ext cx="389534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@GetMapping("/autor/{id}")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Autor buscar(@PathVariable int id)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(Autor a : listaAutor)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(a.getIdAutor() == id)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a;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null;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JSON: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3291840"/>
            <a:ext cx="4114800" cy="150876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5488" y="3346704"/>
            <a:ext cx="389534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"idAutor": 1,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"nombre": "Gabriel Garcia Marquez",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"email": "gg@mail.com"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663440" y="2999232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ID no existe → retorna null → HTTP 200 con cuerpo vacío.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 se usaría ResponseEntity con HTTP 404.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– Mostrar Lista Completa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41148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 HTTP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http://localhost:8080/listarAutor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Parámetros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JSON con todos los registros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  ([] si no hay datos)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663440" y="960120"/>
            <a:ext cx="411480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3168" y="1014984"/>
            <a:ext cx="389534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@GetMapping("/listarAutor")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List&lt;Autor&gt; listar()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listaAutor;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2999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JSON (array):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3291840"/>
            <a:ext cx="8412480" cy="118872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5488" y="3346704"/>
            <a:ext cx="8193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"idAutor": 1, "nombre": "Gabriel Garcia Marquez", "email": "gg@mail.com" },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"idAutor": 2, "nombre": "Isabel Allende",          "email": "ia@mail.com" }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663440" y="22402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para: /listarAutor  /listarCategoria  /listarCuento  /listarFavorito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– Insertar Registro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41148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 HTTP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http://localhost:8080/agregarAutor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con los campos del objeto (@RequestBody)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objeto insertado como confirmación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663440" y="960120"/>
            <a:ext cx="411480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3168" y="1014984"/>
            <a:ext cx="3895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@PostMapping("/agregarAutor")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Autor agregar(@RequestBody Autor autor)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listaAutor.add(autor);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autor;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de la petición: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65760" y="3291840"/>
            <a:ext cx="411480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5488" y="3346704"/>
            <a:ext cx="3895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"idAutor": 3,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"nombre": "Jorge Luis Borges",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"email": "borges@mail.com"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663440" y="2999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Respuesta: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3291840"/>
            <a:ext cx="4114800" cy="137160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73168" y="3346704"/>
            <a:ext cx="3895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"idAutor": 3,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"nombre": "Jorge Luis Borges",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"email": "borges@mail.com"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– Eliminar Objeto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41248"/>
            <a:ext cx="8412480" cy="0"/>
          </a:xfrm>
          <a:prstGeom prst="line">
            <a:avLst/>
          </a:prstGeom>
          <a:noFill/>
          <a:ln w="25400">
            <a:solidFill>
              <a:srgbClr val="2E75B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41148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 HTTP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http://localhost:8080/autor/{id}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Parámetro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{id} — ID del registro a eliminar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Retorna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"Autor eliminado" o "Autor no encontrado"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 en ambos casos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663440" y="960120"/>
            <a:ext cx="411480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3168" y="1014984"/>
            <a:ext cx="3895344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@DeleteMapping("/autor/{id}")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String eliminar(@PathVariable int id)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listaAutor.size(); i++)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(listaAutor.get(i).getIdAutor() == id) {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listaAutor.remove(i);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"Autor eliminado";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"Autor no encontrado";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63240"/>
          <a:ext cx="5029200" cy="1188720"/>
        </p:xfrm>
        <a:graphic>
          <a:graphicData uri="http://schemas.openxmlformats.org/drawingml/2006/table">
            <a:tbl>
              <a:tblPr/>
              <a:tblGrid>
                <a:gridCol w="2560320"/>
                <a:gridCol w="2468880"/>
              </a:tblGrid>
              <a:tr h="396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 del servidor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existe en la lista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"Autor eliminado"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no existe en la lista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"Autor no encontrado"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del Sprint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8229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funcional: 4 entidades (Autor, Categoria, Cuento, Favorito)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endpoints implementados: GET listar, GET buscar, POST, DELETE, GET filtrar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MVC: modelos y controladores separados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26771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usadas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596896"/>
            <a:ext cx="8229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 · Maven · REST API · JSON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BD: PostgreSQL 18 con pgAdmin 4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del Sprint: ArrayList en memoria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54787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Aprendizajes clave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77056"/>
            <a:ext cx="8229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@RestController · @GetMapping · @PostMapping · @DeleteMapping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@PathVariable (ID en URL) vs @RequestParam (parámetro query)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@RequestBody: deserialización automática JSON → objeto Java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BookMora - Proyecto Spring Boot</dc:title>
  <dc:subject>PptxGenJS Presentation</dc:subject>
  <dc:creator>Maria Jose Mora Mora</dc:creator>
  <cp:lastModifiedBy>Maria Jose Mora Mora</cp:lastModifiedBy>
  <cp:revision>1</cp:revision>
  <dcterms:created xsi:type="dcterms:W3CDTF">2026-05-29T19:52:55Z</dcterms:created>
  <dcterms:modified xsi:type="dcterms:W3CDTF">2026-05-29T19:52:55Z</dcterms:modified>
</cp:coreProperties>
</file>