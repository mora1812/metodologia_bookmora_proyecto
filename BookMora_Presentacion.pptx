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BookMora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con Spring Boot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50292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88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</a:t>
            </a:r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Jose Mora Mora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1729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</a:t>
            </a:r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Software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55701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Institucion: </a:t>
            </a:r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9410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7548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10789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Scrum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47548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7922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del sistema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47548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32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505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Casos de Uso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45536"/>
            <a:ext cx="47548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3218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 (MER)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58768"/>
            <a:ext cx="47548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931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7548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21808" y="10789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719072"/>
            <a:ext cx="47548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17922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Tabla: Autor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432304"/>
            <a:ext cx="47548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432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2505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 (GET, POST, DELETE)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145536"/>
            <a:ext cx="47548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1808" y="3218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Scrum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agil iterativo que organiza el trabajo en ciclos llamados Sprints, con roles definidos y entregas continuas de valor.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420624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y prioriza el Product Backlog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 Master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Facilita el proceso y elimina impedimentos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 los incrementos del producto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709160" y="1572768"/>
            <a:ext cx="4023360" cy="402336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9160" y="157276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20840" y="1975104"/>
            <a:ext cx="0" cy="128016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2103120"/>
            <a:ext cx="4023360" cy="402336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2103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20840" y="2505456"/>
            <a:ext cx="0" cy="128016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2633472"/>
            <a:ext cx="402336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6334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(1-4 sem)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20840" y="3035808"/>
            <a:ext cx="0" cy="128016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3163824"/>
            <a:ext cx="4023360" cy="402336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316382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20840" y="3566160"/>
            <a:ext cx="0" cy="128016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3694176"/>
            <a:ext cx="4023360" cy="402336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9160" y="36941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de este proyecto: 1 ciclo  |  Duracion estimada: 2 semanas  |  Entregable: API REST funcional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del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47472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  <a:gridCol w="521208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Autores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completo sobre la entidad Autor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Categorías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completo sobre la entidad 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Cuentos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completo con relacion a Autor y 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Favoritos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completo con relacion a Cuento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Busqueda por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Localizar un registro especifico mediante su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Filtrado por atributo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Filtrar registros por nombre, autoId o cuentoId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Exponer servicios via HTTP (GET, POST, DELETE)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Casos de Uso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28016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783080"/>
            <a:ext cx="36576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2057400"/>
            <a:ext cx="-182880" cy="36576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057400"/>
            <a:ext cx="182880" cy="36576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051560"/>
            <a:ext cx="3108960" cy="457200"/>
          </a:xfrm>
          <a:prstGeom prst="ellipse">
            <a:avLst/>
          </a:prstGeom>
          <a:solidFill>
            <a:srgbClr val="D6E4F0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registros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280160"/>
            <a:ext cx="123444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764792"/>
            <a:ext cx="3108960" cy="457200"/>
          </a:xfrm>
          <a:prstGeom prst="ellipse">
            <a:avLst/>
          </a:prstGeom>
          <a:solidFill>
            <a:srgbClr val="D6E4F0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764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1993392"/>
            <a:ext cx="123444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2478024"/>
            <a:ext cx="3108960" cy="457200"/>
          </a:xfrm>
          <a:prstGeom prst="ellipse">
            <a:avLst/>
          </a:prstGeom>
          <a:solidFill>
            <a:srgbClr val="D6E4F0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24780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registro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2706624"/>
            <a:ext cx="123444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3191256"/>
            <a:ext cx="3108960" cy="457200"/>
          </a:xfrm>
          <a:prstGeom prst="ellipse">
            <a:avLst/>
          </a:prstGeom>
          <a:solidFill>
            <a:srgbClr val="D6E4F0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1912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registro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419856"/>
            <a:ext cx="123444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3904488"/>
            <a:ext cx="3108960" cy="457200"/>
          </a:xfrm>
          <a:prstGeom prst="ellipse">
            <a:avLst/>
          </a:prstGeom>
          <a:solidFill>
            <a:srgbClr val="D6E4F0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904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registros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133088"/>
            <a:ext cx="123444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960120"/>
          <a:ext cx="3474720" cy="292608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64008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 HTTP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registros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/listarAutor, /listarCuento...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por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/autor/{id}, /cuento/{id}...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Insertar registro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/agregarAutor, /agregarCuento...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registro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/autor/{id}, /cuento/{id}...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Filtrar registros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/filtrarAutor?nombre=...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Entidad-Relacion (MER)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1945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5331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idAutor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09344"/>
            <a:ext cx="219456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0934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6537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21945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43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9067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idCategoria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219456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3467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602736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60273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1645920"/>
            <a:ext cx="21945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645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1993392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19933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cuentoId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2249424"/>
            <a:ext cx="219456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224942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cuentoTitulo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2505456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250545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cuentoDescripcion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2761488"/>
            <a:ext cx="219456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276148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cuentoContenido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3017520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301752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cuentoFechaPublicacion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3273552"/>
            <a:ext cx="219456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327355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autoId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83280" y="3529584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352958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categId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75120" y="1645920"/>
            <a:ext cx="21945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1645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75120" y="1993392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19933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favoId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75120" y="2249424"/>
            <a:ext cx="219456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48272" y="224942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favoFechaGuardado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75120" y="2505456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48272" y="250545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cuentoId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0" y="1645920"/>
            <a:ext cx="822960" cy="4572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0" y="1719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0" y="2907792"/>
            <a:ext cx="822960" cy="-64008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2560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77840" y="2103120"/>
            <a:ext cx="109728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1874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35024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33502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idAutor: int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2011680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55448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nombre: String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773936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77393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email: String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20116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93392"/>
            <a:ext cx="2011680" cy="219456"/>
          </a:xfrm>
          <a:prstGeom prst="rect">
            <a:avLst/>
          </a:prstGeom>
          <a:solidFill>
            <a:srgbClr val="F7FA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99339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getIdAutor(): int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212848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21284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setIdAutor(int)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432304"/>
            <a:ext cx="2011680" cy="219456"/>
          </a:xfrm>
          <a:prstGeom prst="rect">
            <a:avLst/>
          </a:prstGeom>
          <a:solidFill>
            <a:srgbClr val="F7FA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43230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getNombre(): String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65176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setNombre(String)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871216"/>
            <a:ext cx="2011680" cy="219456"/>
          </a:xfrm>
          <a:prstGeom prst="rect">
            <a:avLst/>
          </a:prstGeom>
          <a:solidFill>
            <a:srgbClr val="F7FA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87121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getEmail(): String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090672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309067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setEmail(String)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23160" y="1005840"/>
            <a:ext cx="201168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1005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23160" y="1335024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78024" y="133502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idCategoria: int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423160" y="1554480"/>
            <a:ext cx="2011680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78024" y="155448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nombre: String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23160" y="1773936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78024" y="177393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descripcion: String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23160" y="1993392"/>
            <a:ext cx="20116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1993392"/>
            <a:ext cx="2011680" cy="219456"/>
          </a:xfrm>
          <a:prstGeom prst="rect">
            <a:avLst/>
          </a:prstGeom>
          <a:solidFill>
            <a:srgbClr val="F7FA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78024" y="199339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getIdCategoria(): int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23160" y="2212848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78024" y="221284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getNombre(): String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23160" y="2432304"/>
            <a:ext cx="2011680" cy="219456"/>
          </a:xfrm>
          <a:prstGeom prst="rect">
            <a:avLst/>
          </a:prstGeom>
          <a:solidFill>
            <a:srgbClr val="F7FA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78024" y="243230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getDescripcion(): String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23160" y="2651760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78024" y="265176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setIdCategoria(int)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423160" y="2871216"/>
            <a:ext cx="2011680" cy="219456"/>
          </a:xfrm>
          <a:prstGeom prst="rect">
            <a:avLst/>
          </a:prstGeom>
          <a:solidFill>
            <a:srgbClr val="F7FA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78024" y="287121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setNombre(String)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423160" y="3090672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78024" y="309067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setDescripcion(String)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0" y="1005840"/>
            <a:ext cx="201168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1005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0" y="1335024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26864" y="133502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cuentoId: int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0" y="1554480"/>
            <a:ext cx="2011680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26864" y="155448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cuentoTitulo: String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0" y="1773936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26864" y="177393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cuentoDescripcion: String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0" y="1993392"/>
            <a:ext cx="2011680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26864" y="199339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cuentoContenido: String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0" y="2212848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26864" y="221284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cuentoFechaPublicacion: Date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0" y="2432304"/>
            <a:ext cx="2011680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26864" y="243230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autoId: int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0" y="2651760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26864" y="265176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categId: int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0" y="2871216"/>
            <a:ext cx="20116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0" y="2871216"/>
            <a:ext cx="2011680" cy="219456"/>
          </a:xfrm>
          <a:prstGeom prst="rect">
            <a:avLst/>
          </a:prstGeom>
          <a:solidFill>
            <a:srgbClr val="F7FA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26864" y="287121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getCuentoId(): int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0" y="3090672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26864" y="309067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getCuentoTitulo(): String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72000" y="3310128"/>
            <a:ext cx="2011680" cy="219456"/>
          </a:xfrm>
          <a:prstGeom prst="rect">
            <a:avLst/>
          </a:prstGeom>
          <a:solidFill>
            <a:srgbClr val="F7FA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26864" y="331012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getAutoId(): int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572000" y="3529584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26864" y="352958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getCategId(): int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572000" y="3749040"/>
            <a:ext cx="2011680" cy="219456"/>
          </a:xfrm>
          <a:prstGeom prst="rect">
            <a:avLst/>
          </a:prstGeom>
          <a:solidFill>
            <a:srgbClr val="F7FA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26864" y="37490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set...()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903720" y="1005840"/>
            <a:ext cx="201168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03720" y="1005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903720" y="1335024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58584" y="133502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favoId: int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903720" y="1554480"/>
            <a:ext cx="2011680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58584" y="155448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favoFechaGuardado: Date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903720" y="1773936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58584" y="177393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cuentoId: int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903720" y="1993392"/>
            <a:ext cx="20116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903720" y="1993392"/>
            <a:ext cx="2011680" cy="219456"/>
          </a:xfrm>
          <a:prstGeom prst="rect">
            <a:avLst/>
          </a:prstGeom>
          <a:solidFill>
            <a:srgbClr val="F7FA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58584" y="199339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getFavoId(): int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903720" y="2212848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58584" y="221284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getFavoFechaGuardado(): Date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903720" y="2432304"/>
            <a:ext cx="2011680" cy="219456"/>
          </a:xfrm>
          <a:prstGeom prst="rect">
            <a:avLst/>
          </a:prstGeom>
          <a:solidFill>
            <a:srgbClr val="F7FA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958584" y="243230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getCuentoId(): int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903720" y="2651760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58584" y="265176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4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set...()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206240" cy="39319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05840"/>
            <a:ext cx="398678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demo-copia/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java/com/example/demo/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DemoApplication.java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controller/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AutorController.java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CategoriaController.java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CuentoController.java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FavoritoController.java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models/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Autor.java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Categoria.java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Cuento.java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Favorito.java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resources/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application.properties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pom.xml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60120"/>
          <a:ext cx="4023360" cy="292608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 REST: recibe peticiones HTTP y retorna 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POJOs con atributos, getters y setters de cada entidad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principal con @SpringBootApplication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pom.xml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 Maven: Spring Web, Spring Boot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application.properties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Configuracion del servidor (puerto 8080)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MVC simplificado  |  Almacenamiento: listas en memoria (ArrayList)  |  Puerto: 8080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Tabla: Autor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16459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645920"/>
                <a:gridCol w="164592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 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unico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AUTOR_NOMBRE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AUTOR_EMAIL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 electronico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834640"/>
            <a:ext cx="8412480" cy="2011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2880360"/>
            <a:ext cx="81930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Autor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idAutor;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nombre;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email;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getIdAutor()       { return idAutor;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setIdAutor(int v) { this.idAutor = v;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getNombre()     { return nombre;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setNombre(String v){ this.nombre = v;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getEmail()      { return email;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setEmail(String v){ this.email = v;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– Buscar Objeto Especifico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1148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 HTTP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http://localhost:8080/autor/{id}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{id} - ID del autor en la URL (PathVariable)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con el objeto Autor o null si no existe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 HTTP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960120"/>
            <a:ext cx="4114800" cy="2011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73168" y="1005840"/>
            <a:ext cx="38953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@GetMapping("/autor/{id}")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Autor buscar(@PathVariable int id)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(Autor a : listaAutor)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(a.getIdAutor() == id)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a;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JSON: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401568"/>
            <a:ext cx="411480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3447288"/>
            <a:ext cx="3895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"idAutor": 1,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"nombre": "Gabriel Garcia Marquez",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"ggmarquez@mail.com"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63440" y="34015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ID no existe, el metodo retorna null y Spring Boot devuelve HTTP 200 con cuerpo vacio.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– Mostrar Lista Completa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1148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 HTTP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http://localhost:8080/listarAutor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JSON con todos los autores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 HTTP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  (array vacio [] si no hay datos)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960120"/>
            <a:ext cx="4114800" cy="11887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73168" y="1005840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@GetMapping("/listarAutor")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List&lt;Autor&gt; listar()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listaAutor;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JSON (array):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401568"/>
            <a:ext cx="841248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3447288"/>
            <a:ext cx="81930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"idAutor": 1, "nombre": "Gabriel Garcia Marquez", "email": "gg@mail.com" },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"idAutor": 2, "nombre": "Isabel Allende",          "email": "ia@mail.com"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63440" y="2331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lista: /listarAutor  /listarCategoria  /listarCuento  /listarFavorito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– Insertar Registro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1148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 HTTP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http://localhost:8080/agregarAutor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con campos del objeto (RequestBody)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objeto guardado en formato 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 HTTP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960120"/>
            <a:ext cx="411480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73168" y="1005840"/>
            <a:ext cx="3895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@PostMapping("/agregarAutor")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Autor agregar(@RequestBody Autor autor)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listaAutor.add(autor);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autor;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de la peticion (JSON):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401568"/>
            <a:ext cx="411480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3447288"/>
            <a:ext cx="3895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"idAutor": 3,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"nombre": "Jorge Luis Borges",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"borges@mail.com"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6344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(objeto insertado):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3401568"/>
            <a:ext cx="411480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3447288"/>
            <a:ext cx="3895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"idAutor": 3,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"nombre": "Jorge Luis Borges",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"borges@mail.com"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– Eliminar Objeto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1148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 HTTP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http://localhost:8080/autor/{id}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{id} - ID del autor a eliminar (PathVariable)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"Autor eliminado" o "Autor no encontrado"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 HTTP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 en ambos casos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960120"/>
            <a:ext cx="4114800" cy="21945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73168" y="1005840"/>
            <a:ext cx="3895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@DeleteMapping("/autor/{id}")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eliminar(@PathVariable int id)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listaAutor.size(); i++)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(listaAutor.get(i).getIdAutor() == id)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listaAutor.remove(i);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"Autor eliminado";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"Autor no encontrado";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 respuestas:</a:t>
            </a:r>
            <a:endParaRPr lang="en-US" sz="11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01568"/>
          <a:ext cx="4114800" cy="11887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existe en la lista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"Autor eliminado"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no existe en la lista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"Autor no encontrado"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del Sprint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funcional con 4 entidades: Autor, Categoria, Cuento, Favorito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endpoints implementados (GET listar, GET buscar, POST agregar, DELETE eliminar, GET filtrar)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 con controladores y modelos separados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en formato JSON usando Spring Boot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usadas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334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  |  Spring Boot  |  Maven  |  REST API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en memoria (ArrayList) sin base de datos externa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IntelliJ IDEA / VS Code, Postman para pruebas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027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clave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anotaciones @RestController, @GetMapping, @PostMapping, @DeleteMapping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parametros con @PathVariable y @RequestParam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Serializacion automatica a JSON con @RequestBody y @ResponseBody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BookMora - Proyecto Spring Boot</dc:title>
  <dc:subject>PptxGenJS Presentation</dc:subject>
  <dc:creator>Maria Jose Mora Mora</dc:creator>
  <cp:lastModifiedBy>Maria Jose Mora Mora</cp:lastModifiedBy>
  <cp:revision>1</cp:revision>
  <dcterms:created xsi:type="dcterms:W3CDTF">2026-05-29T19:33:09Z</dcterms:created>
  <dcterms:modified xsi:type="dcterms:W3CDTF">2026-05-29T19:33:09Z</dcterms:modified>
</cp:coreProperties>
</file>